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of real-time inference on mobile device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v3.0 — Next Generation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Real-time AI inference &lt; 50ms latency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Multi-modal: text, image, audio, video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On-device processing — no cloud dependency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SDK for iOS, Android, Web, Edge devices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Transformer backbone with distillation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ONNX Runtime for cross-platform deployment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Quantization: INT8 with &lt; 1% accuracy loss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Memory footprint: 200MB (was 2GB)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v2.0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v3.0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Latency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(p95)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250ms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45ms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82%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faster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Throughput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100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req/s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800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req/s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8x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Model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Size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2.1GB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198MB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90%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smaller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94.2%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95.1%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+0.9pp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Developer Preview: April 2025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Public Beta: June 2025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GA Release: September 2025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Enterprise pricing: usage-based + platform fee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Launch</dc:title>
  <dc:subject>PptxGenJS Presentation</dc:subject>
  <dc:creator>LumiGate</dc:creator>
  <cp:lastModifiedBy>LumiGate</cp:lastModifiedBy>
  <cp:revision>1</cp:revision>
  <dcterms:created xsi:type="dcterms:W3CDTF">2026-03-16T10:11:38Z</dcterms:created>
  <dcterms:modified xsi:type="dcterms:W3CDTF">2026-03-16T10:11:38Z</dcterms:modified>
</cp:coreProperties>
</file>