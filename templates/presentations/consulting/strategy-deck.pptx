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Projected ROI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003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-14</c:v>
                </c:pt>
                <c:pt idx="1">
                  <c:v>-8</c:v>
                </c:pt>
                <c:pt idx="2">
                  <c:v>-3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00A3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8</c:v>
                </c:pt>
                <c:pt idx="2">
                  <c:v>18</c:v>
                </c:pt>
                <c:pt idx="3">
                  <c:v>28</c:v>
                </c:pt>
                <c:pt idx="4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C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McKinsey-Style Strategy Deck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C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Legacy systems account for 70% of IT spend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Digital competitors gaining 5% market share annually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Customer NPS declining 8 points over 2 years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Employee productivity below industry benchmark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C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Phase 1: Foundation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Cloud migration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Data platform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API 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Phase 2: Innovation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AI/ML capabilities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Customer experience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New revenue streams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C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Q1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Q4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Investment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C7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Cloud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Migration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Start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$5M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Start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$3M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AI/ML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Pilot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Start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Scale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$2M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Redesign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Start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Pilot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Rollout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Optimize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$4M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C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8229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C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Board approval by March 15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Hire Chief Digital Officer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Launch cloud RFP process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Begin Phase 1 in Q2 2025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Transformation Strategy</dc:title>
  <dc:subject>PptxGenJS Presentation</dc:subject>
  <dc:creator>LumiGate</dc:creator>
  <cp:lastModifiedBy>LumiGate</cp:lastModifiedBy>
  <cp:revision>1</cp:revision>
  <dcterms:created xsi:type="dcterms:W3CDTF">2026-03-16T10:11:38Z</dcterms:created>
  <dcterms:modified xsi:type="dcterms:W3CDTF">2026-03-16T10:11:38Z</dcterms:modified>
</cp:coreProperties>
</file>