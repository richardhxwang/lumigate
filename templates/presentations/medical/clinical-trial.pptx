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Clinical Trial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Immunotherapy for NSCLC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Randomized, double-blind, placebo-controlled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N=1,200 (800 treatment, 400 control)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Primary endpoint: Progression-Free Survival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Secondary: Overall Survival, ORR, Safety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Characteristic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Treatment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(n=800)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Control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(n=400)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6B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63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Male/Female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58%/42%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56%/44%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ECOG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0-1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85%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83%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PD-L1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≥50%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Lines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1.3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Endpoint: PFS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6B3F"/>
                </a:solidFill>
              </a:rPr>
              <a:t>14.2 mo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Median PFS (Treatment)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vs 8.7 mo (Control), HR=0.58, p&lt;0.001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Profile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Adverse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Treatment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6B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Any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Grade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≥3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45%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38%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Pneumonitis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Hepatitis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Thyroid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Dysfunction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Treatment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Discontinuation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14%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Statistically significant improvement in PFS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Manageable safety profile consistent with class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OS trend favorable, final analysis pending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Regulatory submission planned Q3 2025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III Clinical Trial Results</dc:title>
  <dc:subject>PptxGenJS Presentation</dc:subject>
  <dc:creator>LumiGate</dc:creator>
  <cp:lastModifiedBy>LumiGate</cp:lastModifiedBy>
  <cp:revision>1</cp:revision>
  <dcterms:created xsi:type="dcterms:W3CDTF">2026-03-16T10:11:38Z</dcterms:created>
  <dcterms:modified xsi:type="dcterms:W3CDTF">2026-03-16T10:11:38Z</dcterms:modified>
</cp:coreProperties>
</file>