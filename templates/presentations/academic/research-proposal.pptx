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Applications in Drug Discovery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Drug discovery takes 10-15 years, costs $2.6B average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Molecular simulation is computationally intensive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Quantum advantage for molecular dynamics simulation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Recent advances in quantum error correction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Develop hybrid quantum-classical algorithms for protein folding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Benchmark against classical methods on real drug targets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Create open-source quantum chemistry toolkit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Publish 3 peer-reviewed papers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Phase 1: Algorithm development (Months 1-6)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Phase 2: Implementation on IBM/Google quantum hardware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Phase 3: Validation against experimental data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Phase 4: Open-source release and documentation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Timeline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E40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Personnel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$180K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$200K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$220K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Cloud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Quantum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Access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$50K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$80K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$60K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Travel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Conferences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$15K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$20K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$15K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Equipment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$30K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$10K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$5K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$275K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$310K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$300K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Reduce molecular simulation time by 100x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Enable screening of 10M+ compounds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Accelerate drug discovery pipeline by 3-5 years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Train 5 PhD students in quantum computing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Proposal</dc:title>
  <dc:subject>PptxGenJS Presentation</dc:subject>
  <dc:creator>LumiGate</dc:creator>
  <cp:lastModifiedBy>LumiGate</cp:lastModifiedBy>
  <cp:revision>1</cp:revision>
  <dcterms:created xsi:type="dcterms:W3CDTF">2026-03-16T10:11:05Z</dcterms:created>
  <dcterms:modified xsi:type="dcterms:W3CDTF">2026-03-16T10:11:05Z</dcterms:modified>
</cp:coreProperties>
</file>