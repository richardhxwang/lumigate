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Defense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Applications in Financial Risk Management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PhD Candidate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Can deep learning models outperform traditional VaR models?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How do transformer architectures handle tail risk?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What is the optimal ensemble approach for credit risk?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Traditional risk models: VaR, CVaR, Expected Shortfall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ML approaches: Random Forest, XGBoost, LSTM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Gap: Limited research on transformer-based risk models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Contribution: Novel hybrid architecture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Dataset: 15 years of market data (2009-2024)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Models: GARCH, LSTM, Transformer, Hybrid Ensemble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Metrics: VaR violation rate, Kupiec test, DQ test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Cross-validation: Walk-forward with 252-day windows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VaR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Violations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Kupiec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DQ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8B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GARCH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3.2%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0.12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0.08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1.24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LSTM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2.8%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0.34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0.21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1.45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Transformer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2.4%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0.52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0.38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1.62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Ensemble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2.1%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0.71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0.55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1.78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Transformer models reduce VaR violations by 25%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Ensemble approach achieves best risk-adjusted returns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Practical implications for bank risk management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Future work: real-time streaming risk assessment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Defense</dc:title>
  <dc:subject>PptxGenJS Presentation</dc:subject>
  <dc:creator>PhD Candidate</dc:creator>
  <cp:lastModifiedBy>PhD Candidate</cp:lastModifiedBy>
  <cp:revision>1</cp:revision>
  <dcterms:created xsi:type="dcterms:W3CDTF">2026-03-16T10:11:05Z</dcterms:created>
  <dcterms:modified xsi:type="dcterms:W3CDTF">2026-03-16T10:11:05Z</dcterms:modified>
</cp:coreProperties>
</file>