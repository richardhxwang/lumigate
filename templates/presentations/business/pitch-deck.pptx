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credible market research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Pitch Deck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Template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Market pain point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Current solutions are inadequate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Size of the opportunity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Our unique approach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Key differentiators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Technology advantage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TAM: $XX Billion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SAM: $XX Billion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SOM: $XX Million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streams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Pricing strategy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Unit economics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Key metrics and milestones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growth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User acquisition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Founder backgrounds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Key hires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Advisory board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C3E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$500K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$8M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Gross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Margin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60%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65%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70%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EBITDA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-$200K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$300K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$2M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Raising $X Million Series 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Use of funds breakdown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Expected milestones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C3E50"/>
                </a:solidFill>
              </a:rPr>
              <a:t>$5M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828800" y="29260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Series A Round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050"/>
                </a:solidFill>
              </a:rPr>
              <a:t>+300% YoY Growth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Pitch Deck</dc:title>
  <dc:subject>PptxGenJS Presentation</dc:subject>
  <dc:creator>LumiGate</dc:creator>
  <cp:lastModifiedBy>LumiGate</cp:lastModifiedBy>
  <cp:revision>1</cp:revision>
  <dcterms:created xsi:type="dcterms:W3CDTF">2026-03-16T10:10:30Z</dcterms:created>
  <dcterms:modified xsi:type="dcterms:W3CDTF">2026-03-16T10:10:30Z</dcterms:modified>
</cp:coreProperties>
</file>