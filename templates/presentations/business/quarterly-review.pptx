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 by Segment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Q4 2024</c:v>
                </c:pt>
              </c:strCache>
            </c:strRef>
          </c:tx>
          <c:spPr>
            <a:solidFill>
              <a:srgbClr val="1A52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SMB</c:v>
                  </c:pt>
                  <c:pt idx="2">
                    <c:v>Consumer</c:v>
                  </c:pt>
                  <c:pt idx="3">
                    <c:v>Services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5200000</c:v>
                </c:pt>
                <c:pt idx="1">
                  <c:v>3800000</c:v>
                </c:pt>
                <c:pt idx="2">
                  <c:v>2100000</c:v>
                </c:pt>
                <c:pt idx="3">
                  <c:v>1400000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2024 Business Review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Strategy Update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exceeded target by 15%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New market expansion completed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3 major product launches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0" y="1371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5276"/>
                </a:solidFill>
              </a:rPr>
              <a:t>$12.5M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Quarterly Revenue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3566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050"/>
                </a:solidFill>
              </a:rPr>
              <a:t>+22% vs Q3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Breakdown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8229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Q4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527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MRR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$3.8M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$4.2M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+10.5%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Churn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Rate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2.1%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1.8%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-0.3pp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NPS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72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78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+6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CAC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$450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$380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-15.6%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Priorities Q1 2025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Launch AI-powered analytics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Expand to APAC market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Achieve SOC 2 Type II certification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Hire 20 engineers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Q4 2024 Business Review</dc:title>
  <dc:subject>PptxGenJS Presentation</dc:subject>
  <dc:creator>LumiGate</dc:creator>
  <cp:lastModifiedBy>LumiGate</cp:lastModifiedBy>
  <cp:revision>1</cp:revision>
  <dcterms:created xsi:type="dcterms:W3CDTF">2026-03-16T10:10:30Z</dcterms:created>
  <dcterms:modified xsi:type="dcterms:W3CDTF">2026-03-16T10:10:30Z</dcterms:modified>
</cp:coreProperties>
</file>