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Transaction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Atlas — Confidential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Acquirer: GlobalCorp Inc.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Target: NovaTech Inc.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Enterprise Value: $850M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Implied EV/Revenue: 7.1x LTM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Rationale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Complementary product portfolios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Cross-sell opportunity: $50M revenue synergy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Technology acceleration: 18 months faster to market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Geographic expansion: APAC + EMEA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Uses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Sources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8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Revolving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Credit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$100M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Purchase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Price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$850M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Term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Loan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$400M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Financing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Fees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$25M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Equity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$400M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Transaction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Costs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$25M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$900M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$900M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Forma Financials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Acquirer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Synergies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Forma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8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$2.5B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$120M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$2.62B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$50M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$2.67B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EBITDA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$500M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$30M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$530M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$35M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$565M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Margin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25%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20.2%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21.2%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Signing: March 2025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Regulatory Filing: April 2025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Shareholder Vote: June 2025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Expected Close: Q3 2025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M&amp;A Transaction Overview</dc:title>
  <dc:subject>PptxGenJS Presentation</dc:subject>
  <dc:creator>LumiGate</dc:creator>
  <cp:lastModifiedBy>LumiGate</cp:lastModifiedBy>
  <cp:revision>1</cp:revision>
  <dcterms:created xsi:type="dcterms:W3CDTF">2026-03-16T10:11:05Z</dcterms:created>
  <dcterms:modified xsi:type="dcterms:W3CDTF">2026-03-16T10:11:05Z</dcterms:modified>
</cp:coreProperties>
</file>