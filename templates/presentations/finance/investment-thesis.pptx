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NovaTech Inc. — Equity Research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Summary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Target Price: $45 (32% upside)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Rating: BUY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Catalyst: AI product launch Q2 2025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Founded 2018, HQ San Francisco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SaaS platform for enterprise data analytics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450 employees, 2,000+ enterprise customers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LTM Revenue: $120M, growing 35% YoY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Summary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EV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($M)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Implied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0336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DCF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(Base)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$850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$42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DCF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(Bull)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$1,100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$55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Comps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(EV/Revenue)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$900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$45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Comps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(EV/EBITDA)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$820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$41</a:t>
                      </a:r>
                      <a:endParaRPr lang="en-US" sz="1100" dirty="0"/>
                    </a:p>
                  </a:txBody>
                  <a:tcPr marL="76200" marR="76200" marT="50800" marB="508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Competitive pressure from incumbents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Customer concentration (top 10 = 35%)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Macro slowdown impact on enterprise spend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Key person risk — founder CEO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63093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999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Thesis</dc:title>
  <dc:subject>PptxGenJS Presentation</dc:subject>
  <dc:creator>LumiGate</dc:creator>
  <cp:lastModifiedBy>LumiGate</cp:lastModifiedBy>
  <cp:revision>1</cp:revision>
  <dcterms:created xsi:type="dcterms:W3CDTF">2026-03-16T10:11:05Z</dcterms:created>
  <dcterms:modified xsi:type="dcterms:W3CDTF">2026-03-16T10:11:05Z</dcterms:modified>
</cp:coreProperties>
</file>